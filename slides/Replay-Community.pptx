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57200"/>
            <a:ext cx="210312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54864" cy="4572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radio station.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on. Always yours.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that always plays. Live when you’re broadcasting, your archive when you’re not. Listeners chat, download your tracks, and can support you directly with subscriptions — we take 0%, just a 2% fee for processing. Originals reach Spotify, mixes reach Mixcloud. Annual grants on top, paid from org surplus.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ARTISTS  ·  HELSINKI  ·  BETA INVITATIONS OPEN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scattered across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platforms that don’t talk to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73152" cy="12801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Takedowns. Algorithm.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57400"/>
            <a:ext cx="73152" cy="1280160"/>
          </a:xfrm>
          <a:prstGeom prst="rect">
            <a:avLst/>
          </a:prstGeom>
          <a:solidFill>
            <a:srgbClr val="FFB454">
              <a:alpha val="70000"/>
            </a:srgbClr>
          </a:solidFill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Mixcloud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mixes. No live.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057400"/>
            <a:ext cx="73152" cy="1280160"/>
          </a:xfrm>
          <a:prstGeom prst="rect">
            <a:avLst/>
          </a:prstGeom>
          <a:solidFill>
            <a:srgbClr val="3DDC97">
              <a:alpha val="70000"/>
            </a:srgbClr>
          </a:solidFill>
          <a:ln w="12700">
            <a:solidFill>
              <a:srgbClr val="3DDC97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DJ mixes rejected.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20440"/>
            <a:ext cx="73152" cy="128016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Bandcamp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Recently sold. Uncertain.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520440"/>
            <a:ext cx="73152" cy="1280160"/>
          </a:xfrm>
          <a:prstGeom prst="rect">
            <a:avLst/>
          </a:prstGeom>
          <a:solidFill>
            <a:srgbClr val="B388FF">
              <a:alpha val="70000"/>
            </a:srgbClr>
          </a:solidFill>
          <a:ln w="12700">
            <a:solidFill>
              <a:srgbClr val="B388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Audio-only is a graveyard.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520440"/>
            <a:ext cx="73152" cy="12801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Owns your reach.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881360" cy="118872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166360"/>
            <a:ext cx="73152" cy="11887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03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none of them are yours.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You’re renting attention from companies that change the rules whenever it suits them. Algorithm shifts. Pricing tiers. Acquisitions. Shutdowns.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playing.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solidFill>
            <a:srgbClr val="131836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pPr algn="ctr"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your-name</a:t>
            </a:r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.replay.fm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5257800" cy="23774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2044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03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LIVE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broadcast streams to listeners in real time. Chat is active. Multistream to YouTube/Twitch fans out automatically. Recording starts on its own.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3520440"/>
            <a:ext cx="5257800" cy="23774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3520440"/>
            <a:ext cx="525780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033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OFFLINE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43891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archive keeps playing on rotation. Listeners can still tune in, chat, leave messages. Auto-recorded sets join the rotation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" y="6080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A SILENT GAP.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you stop, the archive starts within 10 seconds. Listeners stay tuned 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from anything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existing tools work. Copy-paste credentials, follow our guide, you’re live in 5 minutes.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RTMP · video+audio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828800"/>
            <a:ext cx="73152" cy="12801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Mixxx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3492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open-source DJ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0" y="1828800"/>
            <a:ext cx="73152" cy="128016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488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Traktor Pro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0525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NI workflow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91840"/>
            <a:ext cx="73152" cy="12801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6459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minimal streamer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3291840"/>
            <a:ext cx="73152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1188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3492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WebRTC · zero install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46720" y="3291840"/>
            <a:ext cx="73152" cy="1280160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11880"/>
            <a:ext cx="640080" cy="6400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90525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 · for power users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846320"/>
            <a:ext cx="10881360" cy="1691640"/>
          </a:xfrm>
          <a:prstGeom prst="rect">
            <a:avLst/>
          </a:prstGeom>
          <a:solidFill>
            <a:srgbClr val="13183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" y="4846320"/>
            <a:ext cx="73152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1440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setup guide for every tool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914400" y="53949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your dashboard. Click "How to broadcast." Pick your tool.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credentials are pre-filled and ready to copy-paste.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</a:t>
            </a:r>
            <a:pPr indent="0" marL="0">
              <a:buNone/>
            </a:pPr>
            <a:r>
              <a:rPr lang="en-US" sz="1300" b="1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"Test connection"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verify your setup with a 10-second probe before you go live for real. Stream keys are rotatable from the dashboard whenever you need.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listeners are right there.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real-time chat next to the player. Pinned announcements. Live reactions. No signup wall.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4526280"/>
          </a:xfrm>
          <a:prstGeom prst="rect">
            <a:avLst/>
          </a:prstGeom>
          <a:solidFill>
            <a:srgbClr val="131836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577840" cy="640080"/>
          </a:xfrm>
          <a:prstGeom prst="rect">
            <a:avLst/>
          </a:prstGeom>
          <a:solidFill>
            <a:srgbClr val="FFB454">
              <a:alpha val="2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📌  </a:t>
            </a:r>
            <a:pPr indent="0" marL="0">
              <a:buNone/>
            </a:pPr>
            <a:r>
              <a:rPr lang="en-US" sz="9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  ·  YOUR ARTIST</a:t>
            </a:r>
            <a:endParaRPr lang="en-US" sz="9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Tonight 22:00 UTC — ambient set, three new originals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moonglow_42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this track is killing me 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midnight_dj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what synth is this?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tallinn_owl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tuned in from Tallinn 🇪🇪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ghost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first time here — this is amazing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(artist)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@midnight_dj — Prophet 5, sent through tape delay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3035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harmonic.air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the transition at 14:00 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828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1828800"/>
            <a:ext cx="54864" cy="10058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659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438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by default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 live for 24 hours. The vibe of a live show — not a permanent forum.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2971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2971800"/>
            <a:ext cx="54864" cy="10058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10896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4380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listening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040880" y="3474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signup to listen. Listeners type a handle on first chat. You set the rules in your channel.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58000" y="4114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858000" y="4114800"/>
            <a:ext cx="54864" cy="100584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519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4380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announcements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040880" y="4617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three pinned notes persist above chat. Show times, links, calls to action.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858000" y="5257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58000" y="525780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539496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4380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reactions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40880" y="5760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Emoji bursts fly across the player. The roar of a live crowd, in audio-only.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page on the internet.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Bio, releases, channel — one URL that shows up when someone googles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solidFill>
            <a:srgbClr val="131836"/>
          </a:solidFill>
          <a:ln w="19050">
            <a:solidFill>
              <a:srgbClr val="FFB45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https://replay.fm/u/</a:t>
            </a:r>
            <a:pPr algn="ctr" indent="0" marL="0">
              <a:buNone/>
            </a:pPr>
            <a:r>
              <a:rPr lang="en-US" sz="20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your-handle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926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+ photos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Markdown-rich text with paragraphs, headings, images, and embedded video. Pull-quotes, links, the works. Looks like a label site, not a SoundCloud profile.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2697480"/>
            <a:ext cx="260604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9260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timeline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Albums, EPs, singles in chronological order. Upload in WAV or FLAC — we preserve the original. Studio tier downloads in FLAC, streams in transparent Opus 256.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2697480"/>
            <a:ext cx="2606040" cy="5486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9260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embed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24/7 channel player embedded inline. Live state, current track, tune-in CTA. Listeners reach your broadcast from the same page as your discography.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0684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006840" y="2697480"/>
            <a:ext cx="260604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92608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 + press kit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8972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Instagram, Bandcamp, personal site — all in one place. Studio tier adds a downloadable press kit: bio in 200/400/1000-word variants, hi-res photos.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131836"/>
          </a:solidFill>
          <a:ln w="12700">
            <a:solidFill>
              <a:srgbClr val="5A60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NOT ON YOUR PROFILE:  </a:t>
            </a:r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follower count, no track-level comments, no algorithmic feed. This is a label page, not a social profile.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spread the word.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Embed, smart links, newsletter, social auto-post, analytics — the things every artist asks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48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widget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 your channel or any release into your website, Substack, Notion. Lightweight, theme-aware, no tracking. oEmbed-compatible — paste a URL and it just works.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828800"/>
            <a:ext cx="73152" cy="21488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links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routes to every platform: Spotify, Apple, Tidal, Bandcamp, SoundCloud. Customizable landing page. Per-platform click stats so you see where your audience actually 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0" y="1828800"/>
            <a:ext cx="73152" cy="214884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built-in mailing list per channel. Listeners subscribe with one click. Compose, schedule, send. GDPR-clean unsubscribe. No middleman, no "Sent via Mailchimp" footer.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160520"/>
            <a:ext cx="73152" cy="21488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auto-post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 Twitter, Mastodon, Threads, Bluesky. Triggers post for you when a release publishes or your channel goes live. Templates with placeholders — set it once, forget 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4160520"/>
            <a:ext cx="73152" cy="2148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38912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Track-level analytics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Plays, completion rate, top countries, top embedding domains, smart-link clicks per platform. Honest aggregates, no personal data, exportable as CSV.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46720" y="4160520"/>
            <a:ext cx="73152" cy="2148840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389120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cookies for analytics. IP hashes rotate daily. "Unique listener" is a daily-bucketed concept. Slightly less precision than other platforms — that's the trade.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music, everywhere it should be.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Originals to Spotify, Apple, Tidal. Mixes to Mixcloud. From the same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6177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tracks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Spotify  ·  Apple Music  ·  Tidal  ·  Amazon  ·  Deezer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 through our wizard. ISRC allocated for you. Live on every DSP in 7–10 days. Royalty reports pull back monthly to your dashboard.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5166360"/>
            <a:ext cx="4846320" cy="10515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Studio tier: 12 releases/yr included.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Artist tier: €8/release pay-per-use.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737360"/>
            <a:ext cx="5257800" cy="46177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737360"/>
            <a:ext cx="525780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mixes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37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31546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Spotify rejects DJ mixes for copyright. Mixcloud has the blanket licenses that make mixes legal — it’s the right home. One-click push from your archive, tracklist auto-populated.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5166360"/>
            <a:ext cx="4846320" cy="10515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integration.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tier.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archive is yours.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enforced storage limits. No “you’ve used 80% of your quota” anxiety.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73152" cy="1645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97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Recorded a 200-hour back catalog of mixes? Keep them all. We don’t delete to save costs.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874520"/>
            <a:ext cx="73152" cy="16459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23760" y="2697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Opus 256 for streaming, FLAC archival on Studio. No proprietary lock-in. Export anytime.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703320"/>
            <a:ext cx="73152" cy="16459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776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 live sets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live broadcast saved automatically. Edit titles later or let them stay unnamed.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3703320"/>
            <a:ext cx="73152" cy="16459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97764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rotation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23760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Choose which archive items play when you’re offline. Shuffle or ordered. Update anytime.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PROMISE: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track storage and display it openly on the public dashboard. We never cut you off. Written into the bylaws — see for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money reaches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from fans who support you. Plus a yearly grant from the org’s surplus, weighted by engagement.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148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fan-subscriptions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0% org take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Fans subscribe directly to you for €1–€100/month.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Money flows fan → Stripe → you, with a 2% operational fee covering processing, GDPR, and support. </a:t>
            </a:r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 ry takes zero.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Subscribers get a badge, FLAC downloads, fan-only chat. You choose tiers and benefits.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5074920"/>
            <a:ext cx="4709160" cy="68580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€163k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46120" y="5074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artists, 3yr total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5257800" cy="41148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73736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grant from surplus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by engagement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37960" y="28346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audit each year, 90% of org surplus flows to artists as grants.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share depends on 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engagement units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free downloads count 1×, paid-subscriber downloads count 5×, each €1 of fan-sub revenue counts 1×. </a:t>
            </a:r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listening doesn’t count.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Engagement counts.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5074920"/>
            <a:ext cx="4709160" cy="68580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€206k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8869680" y="5074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artists, 3yr total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OVER 3 YEARS:  </a:t>
            </a:r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~€369,000 in artists’ hands — </a:t>
            </a:r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74% more than a model where the org takes a cut. Yours because of how we routed the money, not because we generated more of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a member.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user. Not a customer.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paying artist is automatically a member of Replay ry, the Finnish nonprofit that runs the platform. You get a member number. You get a vote. You get a seat at the annual general meeting.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91840"/>
            <a:ext cx="73152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456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member, one vote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931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member votes equally at the AGM. Founder’s vote = newest member’s vote.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29184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3291840"/>
            <a:ext cx="73152" cy="14173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520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456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changes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3931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 can propose motions. Pricing, grant formula, storage policy, board composition — anything is up for debate.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4846320"/>
            <a:ext cx="73152" cy="14173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0109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5486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of code is open source under AGPL-3.0. Inspect, audit, fork — the org can’t hide anything in the code.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8463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846320"/>
            <a:ext cx="73152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749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50109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the board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5486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Trustees serve 2-year terms, elected by members. From Year 2 onward, at least one trustee seat is reserved for elected artist representatives.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ways to be found.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 Radio amplifies your live broadcasts. Venue calendars surface where you’re playing.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2578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Radio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org-operated 24/7 meta-stream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you go live, Replay Radio may relay your broadcast — along with whichever other channels are currently on air.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 rotation, no curation, no editorial control.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Multistreamed to Mixcloud Live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 listeners can find you from outside the platform. Opt-out toggle in your settings if you prefer.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51760" y="4663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Currently-live channels only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50474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50474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 — algorithmic fair rotation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431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51760" y="5431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Live (legally clean)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58155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Opt-out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581558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toggle, takes effect immediately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1783080"/>
            <a:ext cx="525780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1783080"/>
            <a:ext cx="52578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7804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calendars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178040" y="2377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you’re playing, when, for whom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37960" y="28803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Venues can register on Replay and publish calendars of broadcasts at their location.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future gigs at a venue appear on the venue’s page; their iCalendar feed shows up in your fans’ calendar apps. </a:t>
            </a:r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booking marketplace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venues find artists, artists find venues, we just publish the schedule.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37960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4663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replay.fm/v/&lt;venue-slug&gt;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37960" y="50474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Calendar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75320" y="50474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iCalendar feed + JSON API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37960" y="5431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Booking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275320" y="5431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— we don’t mediate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537960" y="58155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275320" y="581558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Manual, ~3 business days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 than a Spotify Premium subscription. Fan-subs and grants on top — we take 0% of fan support.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28800"/>
            <a:ext cx="3017520" cy="73152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7830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Try it out, no commitment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channel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archive items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broadcasting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Basic chat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Downloads enabled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60d inactive = auto-archive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828800"/>
            <a:ext cx="30175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9834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most artists fit here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834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archive (no enforced limit)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live set auto-archived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multistream destination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auto-upload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 €8/release for Spotify etc.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Fan-subs enabled — 0% org cut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Eligible for annual grants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1737360"/>
            <a:ext cx="3017520" cy="4572000"/>
          </a:xfrm>
          <a:prstGeom prst="rect">
            <a:avLst/>
          </a:prstGeom>
          <a:solidFill>
            <a:srgbClr val="1B2151"/>
          </a:solidFill>
          <a:ln w="25400">
            <a:solidFill>
              <a:srgbClr val="B388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0" y="1737360"/>
            <a:ext cx="301752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920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2520" y="19019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83880" y="2514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81838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working pros &amp; labels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183880" y="37033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Artist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DSP releases/yr included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multistream destinations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domain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listener insights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FLAC live recording + downloads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Press kit page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access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means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can’t turn it against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of code is published under AGPL-3.0. If the org is ever sold, captured, or fails, the code is still yours. Anyone can fork Replay and run their own instance — we encourage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410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links to source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code running the platform is always one click away. AGPL section 13 requires it. We honor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2461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3246120"/>
            <a:ext cx="73152" cy="14173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747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410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if we fail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Replay ry ever shuts down, the community can take over the code and the data. No platform graveyards.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4800600"/>
            <a:ext cx="73152" cy="14173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welcome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5440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 a pull request. We review. No contributor license agreement — your contributions stay AGPL.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80060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800600"/>
            <a:ext cx="73152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292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Anti-extraction by design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5440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AGPL is copyleft. Anyone running modified Replay code as a network service must publish their changes. No silent extraction.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founding artist.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build the broadcasting tool you actually want.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73152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the private beta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We’re inviting 30–50 working artists from EU electronic scenes for the first round. You get a free channel for 12 months and direct input on what we ship.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286000"/>
            <a:ext cx="73152" cy="17373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6092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know other artists who deserve a better deal than what Spotify and SoundCloud offer, send them this deck. We’d rather grow by word of mouth than by ads.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160520"/>
            <a:ext cx="73152" cy="173736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325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repo is open. The bylaws are open. If you’re technical, propose a PR. If you’re a lawyer or organizer, review the bylaws. If you’re an artist, tell us what we’re missing.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160520"/>
            <a:ext cx="73152" cy="17373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0920" y="4325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AGM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the first AGM onward, every paying member has a voice. Pricing, grant formula, board composition — all up for discussion. Show up. Vote. Shape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ry  ·  HELSINKI  ·  AGPL-3.0  ·  hello@replay.fm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Replay — your radio station</dc:title>
  <dc:subject>PptxGenJS Presentation</dc:subject>
  <dc:creator>Replay ry</dc:creator>
  <cp:lastModifiedBy>Replay ry</cp:lastModifiedBy>
  <cp:revision>1</cp:revision>
  <dcterms:created xsi:type="dcterms:W3CDTF">2026-05-17T03:23:10Z</dcterms:created>
  <dcterms:modified xsi:type="dcterms:W3CDTF">2026-05-17T03:23:10Z</dcterms:modified>
</cp:coreProperties>
</file>