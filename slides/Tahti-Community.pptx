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457200"/>
            <a:ext cx="2103120" cy="12801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54864" cy="45720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77240" y="457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TAHTI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radio station.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640080" y="2971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on. Always yours.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40080" y="416052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URL that always plays. Live when you’re broadcasting, your archive when you’re not. Listeners chat, download your tracks, and can support you directly with subscriptions — we take 0%, just a 2% fee for processing. Paid members broadcast in lossless. Free members get MP3 and one hour of live per week — a complete product, no friction.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ARTISTS  ·  HELSINKI  ·  BETA INVITATIONS OPEN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You’re scattered across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platforms that don’t talk to each other.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520440" cy="12801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57400"/>
            <a:ext cx="73152" cy="1280160"/>
          </a:xfrm>
          <a:prstGeom prst="rect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40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SoundCloud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Takedowns. Algorithm.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057400"/>
            <a:ext cx="3520440" cy="12801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2057400"/>
            <a:ext cx="73152" cy="1280160"/>
          </a:xfrm>
          <a:prstGeom prst="rect">
            <a:avLst/>
          </a:prstGeom>
          <a:solidFill>
            <a:srgbClr val="FFB454">
              <a:alpha val="70000"/>
            </a:srgbClr>
          </a:solidFill>
          <a:ln w="12700">
            <a:solidFill>
              <a:srgbClr val="FFB454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240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Mixcloud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B45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Only mixes. No live.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2057400"/>
            <a:ext cx="3520440" cy="12801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2057400"/>
            <a:ext cx="73152" cy="1280160"/>
          </a:xfrm>
          <a:prstGeom prst="rect">
            <a:avLst/>
          </a:prstGeom>
          <a:solidFill>
            <a:srgbClr val="3DDC97">
              <a:alpha val="70000"/>
            </a:srgbClr>
          </a:solidFill>
          <a:ln w="12700">
            <a:solidFill>
              <a:srgbClr val="3DDC97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240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75320" y="2743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DC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DJ mixes rejected.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3520440" cy="12801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520440"/>
            <a:ext cx="73152" cy="1280160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703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Bandcamp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8680" y="4206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Recently sold. Uncertain.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43400" y="3520440"/>
            <a:ext cx="3520440" cy="12801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43400" y="3520440"/>
            <a:ext cx="73152" cy="1280160"/>
          </a:xfrm>
          <a:prstGeom prst="rect">
            <a:avLst/>
          </a:prstGeom>
          <a:solidFill>
            <a:srgbClr val="B388FF">
              <a:alpha val="70000"/>
            </a:srgbClr>
          </a:solidFill>
          <a:ln w="12700">
            <a:solidFill>
              <a:srgbClr val="B388FF">
                <a:alpha val="7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703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Twitch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0" y="4206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38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Audio-only is a graveyard.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46720" y="3520440"/>
            <a:ext cx="3520440" cy="12801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0" y="3520440"/>
            <a:ext cx="73152" cy="1280160"/>
          </a:xfrm>
          <a:prstGeom prst="rect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75320" y="3703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275320" y="4206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Owns your reach.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5166360"/>
            <a:ext cx="10881360" cy="1188720"/>
          </a:xfrm>
          <a:prstGeom prst="rect">
            <a:avLst/>
          </a:prstGeom>
          <a:solidFill>
            <a:srgbClr val="131836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166360"/>
            <a:ext cx="73152" cy="118872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3035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B45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And none of them are yours.</a:t>
            </a:r>
            <a:endParaRPr lang="en-US" sz="22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You’re renting attention from companies that change the rules whenever it suits them. Algorithm shifts. Pricing tiers. Acquisitions. Shutdowns.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worse than just scattered.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platform has a structural problem you can’t fix by trying harder.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41605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3520440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SoundCloud &amp; Mixcloud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Audio quality is capped at the listener tier, not you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31089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 pay Pro. Your listeners still hear 128 kbps Opus (SoundCloud free) or 64 kbps AAC (Mixcloud free). Your master sounds like a YouTube rip to the people you made it for. Even when you pay, your audience suffers — unless they also pay.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520440" cy="41605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783080"/>
            <a:ext cx="3520440" cy="73152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24688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Overrun by AI, no required disclosure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3246120"/>
            <a:ext cx="31089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Documented in Music Business Worldwide and Harper’s: AI-generated tracks in curated playlists, “ghost artist” placeholder names, no labeling requirement. Your original work competes with infinite-supply autogenerated audio for the same algorithmic surfacing.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520440" cy="41605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783080"/>
            <a:ext cx="352044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Bandcamp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75320" y="24688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Pays fairly — but it’s a store, not a station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75320" y="3246120"/>
            <a:ext cx="31089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82-85% to artists is the best rate in commercial music. But Bandcamp is fundamentally a record store: no 24/7 channel, no live broadcasting, no real-time chat, no archive-fallback. Good at selling albums. Not what artists need for broadcasting.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solidFill>
            <a:srgbClr val="131836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6126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DDC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TAHTI DOES DIFFERENTLY:  </a:t>
            </a:r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Lossless audio for paid — your listeners hear what you made. No algorithm, no AI feed. Broadcasting + chat + downloads, not just storage.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URL.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playing.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solidFill>
            <a:srgbClr val="131836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A6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</a:t>
            </a:r>
            <a:pPr algn="ctr" indent="0" marL="0">
              <a:buNone/>
            </a:pPr>
            <a:r>
              <a:rPr lang="en-US" sz="22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your-name</a:t>
            </a:r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.tahti.fi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5257800" cy="23774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3520440"/>
            <a:ext cx="5257800" cy="73152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7033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37033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YOU’RE LIVE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438912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broadcast streams to listeners in real time. Chat is active. Multistream to YouTube/Twitch fans out automatically. Recording starts on its own.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3520440"/>
            <a:ext cx="5257800" cy="23774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63640" y="3520440"/>
            <a:ext cx="5257800" cy="73152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70332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37033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YOU’RE OFFLINE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537960" y="438912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archive keeps playing on rotation. Listeners can still tune in, chat, leave messages. Auto-recorded sets join the rotation automatically.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6080760"/>
            <a:ext cx="10881360" cy="502920"/>
          </a:xfrm>
          <a:prstGeom prst="rect">
            <a:avLst/>
          </a:prstGeom>
          <a:solidFill>
            <a:srgbClr val="131836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68680" y="6080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B45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NEVER A SILENT GAP.  </a:t>
            </a:r>
            <a:pPr indent="0" marL="0">
              <a:buNone/>
            </a:pPr>
            <a:r>
              <a:rPr lang="en-US" sz="13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When you stop, the archive starts within 10 seconds. Listeners stay tuned in.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from anything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existing tools work. Copy-paste credentials, follow our guide, you’re live in 5 minutes.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2801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73152" cy="12801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488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Studio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4592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RTMP · video+audio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520440" cy="12801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1828800"/>
            <a:ext cx="73152" cy="1280160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14884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Mixxx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34924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38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Icecast · open-source DJ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828800"/>
            <a:ext cx="3520440" cy="12801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0" y="1828800"/>
            <a:ext cx="73152" cy="1280160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214884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5256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Traktor Pro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905256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DC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Icecast · NI workflow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291840"/>
            <a:ext cx="3520440" cy="12801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291840"/>
            <a:ext cx="73152" cy="128016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611880"/>
            <a:ext cx="640080" cy="6400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3520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164592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B45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Icecast · minimal streamer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43400" y="3291840"/>
            <a:ext cx="3520440" cy="12801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343400" y="3291840"/>
            <a:ext cx="73152" cy="12801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611880"/>
            <a:ext cx="640080" cy="6400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49240" y="3520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534924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WebRTC · zero install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46720" y="3291840"/>
            <a:ext cx="3520440" cy="12801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046720" y="3291840"/>
            <a:ext cx="73152" cy="1280160"/>
          </a:xfrm>
          <a:prstGeom prst="rect">
            <a:avLst/>
          </a:prstGeom>
          <a:solidFill>
            <a:srgbClr val="8B92C0"/>
          </a:solidFill>
          <a:ln w="12700">
            <a:solidFill>
              <a:srgbClr val="8B92C0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3611880"/>
            <a:ext cx="640080" cy="6400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52560" y="3520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905256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 · for power users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40080" y="4846320"/>
            <a:ext cx="10881360" cy="1691640"/>
          </a:xfrm>
          <a:prstGeom prst="rect">
            <a:avLst/>
          </a:prstGeom>
          <a:solidFill>
            <a:srgbClr val="131836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40080" y="4846320"/>
            <a:ext cx="73152" cy="1691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914400" y="49377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setup guide for every tool</a:t>
            </a:r>
            <a:endParaRPr lang="en-US" sz="1600" dirty="0"/>
          </a:p>
        </p:txBody>
      </p:sp>
      <p:sp>
        <p:nvSpPr>
          <p:cNvPr id="37" name="Text 29"/>
          <p:cNvSpPr/>
          <p:nvPr/>
        </p:nvSpPr>
        <p:spPr>
          <a:xfrm>
            <a:off x="914400" y="539496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 your dashboard. Click "How to broadcast." Pick your tool. </a:t>
            </a:r>
            <a:pPr indent="0" marL="0">
              <a:buNone/>
            </a:pPr>
            <a:r>
              <a:rPr lang="en-US" sz="13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credentials are pre-filled and ready to copy-paste. </a:t>
            </a:r>
            <a:pPr indent="0" marL="0">
              <a:buNone/>
            </a:pPr>
            <a:r>
              <a:rPr lang="en-US" sz="13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Click </a:t>
            </a:r>
            <a:pPr indent="0" marL="0">
              <a:buNone/>
            </a:pPr>
            <a:r>
              <a:rPr lang="en-US" sz="1300" b="1" i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"Test connection" </a:t>
            </a:r>
            <a:pPr indent="0" marL="0">
              <a:buNone/>
            </a:pPr>
            <a:r>
              <a:rPr lang="en-US" sz="13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 verify your setup with a 10-second probe before you go live for real. Stream keys are rotatable from the dashboard whenever you need.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listeners are right there.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real-time chat next to the player. Pinned announcements. Live reactions. No signup wall.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943600" cy="4526280"/>
          </a:xfrm>
          <a:prstGeom prst="rect">
            <a:avLst/>
          </a:prstGeom>
          <a:solidFill>
            <a:srgbClr val="131836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5577840" cy="640080"/>
          </a:xfrm>
          <a:prstGeom prst="rect">
            <a:avLst/>
          </a:prstGeom>
          <a:solidFill>
            <a:srgbClr val="FFB454">
              <a:alpha val="20000"/>
            </a:srgbClr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574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B45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📌  </a:t>
            </a:r>
            <a:pPr indent="0" marL="0">
              <a:buNone/>
            </a:pPr>
            <a:r>
              <a:rPr lang="en-US" sz="900" b="1" spc="300" kern="0" dirty="0">
                <a:solidFill>
                  <a:srgbClr val="FFB45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PINNED  ·  YOUR ARTIST</a:t>
            </a:r>
            <a:endParaRPr lang="en-US" sz="9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Tonight 22:00 UTC — ambient set, three new originals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moonglow_42</a:t>
            </a:r>
            <a:pPr indent="0" marL="0">
              <a:buNone/>
            </a:pPr>
            <a:r>
              <a:rPr lang="en-US" sz="1200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this track is killing me 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8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midnight_dj</a:t>
            </a:r>
            <a:pPr indent="0" marL="0">
              <a:buNone/>
            </a:pPr>
            <a:r>
              <a:rPr lang="en-US" sz="1200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what synth is this?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tallinn_owl</a:t>
            </a:r>
            <a:pPr indent="0" marL="0">
              <a:buNone/>
            </a:pPr>
            <a:r>
              <a:rPr lang="en-US" sz="1200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tuned in from Tallinn 🇪🇪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ghost</a:t>
            </a:r>
            <a:pPr indent="0" marL="0">
              <a:buNone/>
            </a:pPr>
            <a:r>
              <a:rPr lang="en-US" sz="1200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first time here — this is amazing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8006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45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 (artist)</a:t>
            </a:r>
            <a:pPr indent="0" marL="0">
              <a:buNone/>
            </a:pPr>
            <a:r>
              <a:rPr lang="en-US" sz="1200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@midnight_dj — Prophet 5, sent through tape delay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530352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harmonic.air</a:t>
            </a:r>
            <a:pPr indent="0" marL="0">
              <a:buNone/>
            </a:pPr>
            <a:r>
              <a:rPr lang="en-US" sz="1200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the transition at 14:00 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1828800"/>
            <a:ext cx="4663440" cy="10058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0" y="1828800"/>
            <a:ext cx="54864" cy="1005840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965960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54380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by default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040880" y="23317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Messages live for 24 hours. The vibe of a live show — not a permanent forum.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858000" y="2971800"/>
            <a:ext cx="4663440" cy="10058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858000" y="2971800"/>
            <a:ext cx="54864" cy="100584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3108960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543800" y="3063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listening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7040880" y="34747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signup to listen. Listeners type a handle on first chat. You set the rules in your channel.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858000" y="4114800"/>
            <a:ext cx="4663440" cy="10058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858000" y="4114800"/>
            <a:ext cx="54864" cy="1005840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425196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543800" y="4206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announcements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7040880" y="46177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 to three pinned notes persist above chat. Show times, links, calls to action.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858000" y="5257800"/>
            <a:ext cx="4663440" cy="10058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858000" y="5257800"/>
            <a:ext cx="54864" cy="10058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5394960"/>
            <a:ext cx="365760" cy="3657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543800" y="5349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reactions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7040880" y="57607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Emoji bursts fly across the player. The roar of a live crowd, in audio-only.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 page on the internet.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Bio, releases, channel — one URL that shows up when someone googles you.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solidFill>
            <a:srgbClr val="131836"/>
          </a:solidFill>
          <a:ln w="19050">
            <a:solidFill>
              <a:srgbClr val="FFB454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https://tahti.fi/u/</a:t>
            </a:r>
            <a:pPr algn="ctr" indent="0" marL="0">
              <a:buNone/>
            </a:pPr>
            <a:r>
              <a:rPr lang="en-US" sz="20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your-handle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2606040" cy="32918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697480"/>
            <a:ext cx="26060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292608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703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+ photos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42062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Markdown-rich text with paragraphs, headings, images, and embedded video. Pull-quotes, links, the works. Looks like a label site, not a SoundCloud profile.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29000" y="2697480"/>
            <a:ext cx="2606040" cy="32918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29000" y="2697480"/>
            <a:ext cx="2606040" cy="54864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292608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3703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timeline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611880" y="42062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Albums, EPs, singles in chronological order. Upload in WAV or FLAC — we preserve the original. Studio tier downloads in FLAC, streams in transparent Opus 256.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2697480"/>
            <a:ext cx="2606040" cy="32918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2697480"/>
            <a:ext cx="2606040" cy="54864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0" y="292608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3703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embed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0" y="42062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24/7 channel player embedded inline. Live state, current track, tune-in CTA. Listeners reach your broadcast from the same page as your discography.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9006840" y="2697480"/>
            <a:ext cx="2606040" cy="32918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006840" y="2697480"/>
            <a:ext cx="2606040" cy="54864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9820" y="2926080"/>
            <a:ext cx="640080" cy="6400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44000" y="3703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Externals + press kit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189720" y="42062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Instagram, Bandcamp, personal site — all in one place. Studio tier adds a downloadable press kit: bio in 200/400/1000-word variants, hi-res photos.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solidFill>
            <a:srgbClr val="131836"/>
          </a:solidFill>
          <a:ln w="12700">
            <a:solidFill>
              <a:srgbClr val="5A609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68680" y="6126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A60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WHAT'S NOT ON YOUR PROFILE:  </a:t>
            </a:r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follower count, no track-level comments, no algorithmic feed. This is a label page, not a social profile.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to spread the word.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Embed, smart links, newsletter, social auto-post, analytics — the things every artist asks for.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21488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73152" cy="2148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2996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widget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Drop your channel or any release into your website, Substack, Notion. Lightweight, theme-aware, no tracking. oEmbed-compatible — paste a URL and it just works.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520440" cy="21488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1828800"/>
            <a:ext cx="73152" cy="2148840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05740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202996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links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17720" y="269748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URL routes to every platform: Spotify, Apple, Tidal, Bandcamp, SoundCloud. Customizable landing page. Per-platform click stats so you see where your audience actually is.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828800"/>
            <a:ext cx="3520440" cy="21488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0" y="1828800"/>
            <a:ext cx="73152" cy="2148840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5740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52560" y="202996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21040" y="269748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built-in mailing list per channel. Listeners subscribe with one click. Compose, schedule, send. GDPR-clean unsubscribe. No middleman, no "Sent via Mailchimp" footer.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160520"/>
            <a:ext cx="3520440" cy="21488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4160520"/>
            <a:ext cx="73152" cy="214884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89120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43616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auto-post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4400" y="50292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Connect Twitter, Mastodon, Threads, Bluesky. Triggers post for you when a release publishes or your channel goes live. Templates with placeholders — set it once, forget it.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4160520"/>
            <a:ext cx="3520440" cy="21488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343400" y="4160520"/>
            <a:ext cx="73152" cy="21488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4389120"/>
            <a:ext cx="548640" cy="5486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49240" y="43616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Track-level analytics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17720" y="50292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Plays, completion rate, top countries, top embedding domains, smart-link clicks per platform. Honest aggregates, no personal data, exportable as CSV.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4160520"/>
            <a:ext cx="3520440" cy="214884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046720" y="4160520"/>
            <a:ext cx="73152" cy="2148840"/>
          </a:xfrm>
          <a:prstGeom prst="rect">
            <a:avLst/>
          </a:prstGeom>
          <a:solidFill>
            <a:srgbClr val="8B92C0"/>
          </a:solidFill>
          <a:ln w="12700">
            <a:solidFill>
              <a:srgbClr val="8B92C0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4389120"/>
            <a:ext cx="548640" cy="5486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52560" y="43616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default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21040" y="50292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cookies for analytics. IP hashes rotate daily. "Unique listener" is a daily-bucketed concept. Slightly less precision than other platforms — that's the trade.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music, everywhere it should be.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Originals to Spotify, Apple, Tidal. Mixes to Mixcloud. From the same dashboard.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6177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5257800" cy="73152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202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202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tracks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DC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Spotify  ·  Apple Music  ·  Tidal  ·  Amazon  ·  Deezer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15468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Submit through our wizard. ISRC allocated for you. Live on every DSP in 7–10 days. Royalty reports pull back monthly to your dashboard.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5166360"/>
            <a:ext cx="4846320" cy="1051560"/>
          </a:xfrm>
          <a:prstGeom prst="rect">
            <a:avLst/>
          </a:prstGeom>
          <a:solidFill>
            <a:srgbClr val="131836"/>
          </a:solidFill>
          <a:ln w="6350">
            <a:solidFill>
              <a:srgbClr val="2B32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521208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Studio tier: 12 releases/yr included.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Artist tier: €8/release pay-per-use.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63640" y="1737360"/>
            <a:ext cx="5257800" cy="46177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1737360"/>
            <a:ext cx="5257800" cy="73152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2024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78040" y="19202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 mixes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537960" y="2606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388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Mixcloud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537960" y="315468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Spotify rejects DJ mixes for copyright. Mixcloud has the blanket licenses that make mixes legal — it’s the right home. One-click push from your archive, tracklist auto-populated.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537960" y="5166360"/>
            <a:ext cx="4846320" cy="1051560"/>
          </a:xfrm>
          <a:prstGeom prst="rect">
            <a:avLst/>
          </a:prstGeom>
          <a:solidFill>
            <a:srgbClr val="131836"/>
          </a:solidFill>
          <a:ln w="6350">
            <a:solidFill>
              <a:srgbClr val="2B327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629400" y="521208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Free integration.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Any tier.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archive is yours.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enforced storage limits. No “you’ve used 80% of your quota” anxiety.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16459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74520"/>
            <a:ext cx="73152" cy="1645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4884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031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everything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6974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Recorded a 200-hour back catalog of mixes? Keep them all. We don’t delete to save costs.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874520"/>
            <a:ext cx="5349240" cy="16459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72200" y="1874520"/>
            <a:ext cx="73152" cy="1645920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14884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1031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formats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223760" y="26974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Opus 256 for streaming, FLAC archival on Studio. No proprietary lock-in. Export anytime.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703320"/>
            <a:ext cx="5349240" cy="16459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703320"/>
            <a:ext cx="73152" cy="164592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77640"/>
            <a:ext cx="594360" cy="594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9319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Auto-archive live sets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691640" y="45262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live broadcast saved automatically. Edit titles later or let them stay unnamed.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3703320"/>
            <a:ext cx="5349240" cy="16459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172200" y="3703320"/>
            <a:ext cx="73152" cy="1645920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977640"/>
            <a:ext cx="594360" cy="5943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39319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rotation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223760" y="45262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Choose which archive items play when you’re offline. Shuffle or ordered. Update anytime.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5669280"/>
            <a:ext cx="10881360" cy="640080"/>
          </a:xfrm>
          <a:prstGeom prst="rect">
            <a:avLst/>
          </a:prstGeom>
          <a:solidFill>
            <a:srgbClr val="131836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6868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B45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OUR PROMISE:  </a:t>
            </a:r>
            <a:pPr indent="0" marL="0">
              <a:buNone/>
            </a:pPr>
            <a:r>
              <a:rPr lang="en-US" sz="13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track storage and display it openly on the public dashboard. We never cut you off. Written into the bylaws — see for yourself.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money reaches you.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 from fans who support you. Plus a yearly grant from the org’s surplus, weighted by engagement.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11480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5257800" cy="73152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02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0195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fan-subscriptions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54480" y="23317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B45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0% org take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83464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Fans subscribe directly to you for €1–€100/month. </a:t>
            </a:r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Money flows fan → Stripe → you, with a 2% operational fee covering processing, GDPR, and support. </a:t>
            </a:r>
            <a:pPr indent="0" marL="0">
              <a:buNone/>
            </a:pPr>
            <a:r>
              <a:rPr lang="en-US" sz="1200" b="1" dirty="0">
                <a:solidFill>
                  <a:srgbClr val="FFB45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Tahti ry takes zero. </a:t>
            </a:r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Subscribers get a badge, FLAC downloads, fan-only chat. You choose tiers and benefits.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14400" y="5074920"/>
            <a:ext cx="4709160" cy="685800"/>
          </a:xfrm>
          <a:prstGeom prst="rect">
            <a:avLst/>
          </a:prstGeom>
          <a:solidFill>
            <a:srgbClr val="131836"/>
          </a:solidFill>
          <a:ln w="6350">
            <a:solidFill>
              <a:srgbClr val="2B32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5074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€163k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3246120" y="50749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 artists, 3yr total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1737360"/>
            <a:ext cx="5257800" cy="411480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1737360"/>
            <a:ext cx="5257800" cy="73152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92024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8040" y="190195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grant from surplus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317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DC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Weighted by engagement units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537960" y="283464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After audit each year, 90% of org surplus flows to artists as grants. </a:t>
            </a:r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share depends on </a:t>
            </a:r>
            <a:pPr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engagement units</a:t>
            </a:r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: free downloads count 1×, paid-subscriber downloads count 5×, each €1 of fan-sub revenue counts 1×. </a:t>
            </a:r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Passive listening doesn’t count. </a:t>
            </a:r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Engagement counts.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537960" y="5074920"/>
            <a:ext cx="4709160" cy="685800"/>
          </a:xfrm>
          <a:prstGeom prst="rect">
            <a:avLst/>
          </a:prstGeom>
          <a:solidFill>
            <a:srgbClr val="131836"/>
          </a:solidFill>
          <a:ln w="6350">
            <a:solidFill>
              <a:srgbClr val="2B327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537960" y="5074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€150k</a:t>
            </a:r>
            <a:endParaRPr lang="en-US" sz="2600" dirty="0"/>
          </a:p>
        </p:txBody>
      </p:sp>
      <p:sp>
        <p:nvSpPr>
          <p:cNvPr id="21" name="Text 17"/>
          <p:cNvSpPr/>
          <p:nvPr/>
        </p:nvSpPr>
        <p:spPr>
          <a:xfrm>
            <a:off x="8869680" y="50749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 artists, 3yr total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40080" y="5989320"/>
            <a:ext cx="10881360" cy="594360"/>
          </a:xfrm>
          <a:prstGeom prst="rect">
            <a:avLst/>
          </a:prstGeom>
          <a:solidFill>
            <a:srgbClr val="131836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68680" y="59893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45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TOTAL OVER 3 YEARS:  </a:t>
            </a:r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~€312,000 in artists’ hands — </a:t>
            </a:r>
            <a:pPr indent="0" marL="0">
              <a:buNone/>
            </a:pPr>
            <a:r>
              <a:rPr lang="en-US" sz="12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46% more than a model where the org takes a cut. Yours because of how we routed the money, not because we generated more of it.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You’re a member.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user. Not a customer.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paying artist is automatically a member of Tahti ry, the Finnish nonprofit that runs the platform. You get a member number. You get a vote. You get a seat at the annual general meeting.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5349240" cy="14173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3291840"/>
            <a:ext cx="73152" cy="1417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5204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34564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member, one vote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00200" y="393192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member votes equally at the AGM. Founder’s vote = newest member’s vote.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3291840"/>
            <a:ext cx="5349240" cy="14173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72200" y="3291840"/>
            <a:ext cx="73152" cy="1417320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35204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34564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changes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132320" y="393192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Members can propose motions. Pricing, grant formula, storage policy, board composition — anything is up for debate.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4846320"/>
            <a:ext cx="5349240" cy="14173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4846320"/>
            <a:ext cx="73152" cy="1417320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07492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501091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source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600200" y="548640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line of code is open source under AGPL-3.0. Inspect, audit, fork — the org can’t hide anything in the code.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172200" y="4846320"/>
            <a:ext cx="5349240" cy="14173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172200" y="4846320"/>
            <a:ext cx="73152" cy="141732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507492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0" y="501091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 the board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132320" y="548640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Trustees serve 2-year terms, elected by members. From Year 2 onward, at least one trustee seat is reserved for elected artist representatives.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ways to be found.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Tahti Radio amplifies your live broadcasts. Venue calendars surface where you’re playing.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457200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52578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659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4767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Tahti Radio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54480" y="23774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org-operated 24/7 meta-stream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4709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When you go live, Tahti Radio may relay your broadcast — along with whichever other channels are currently on air. </a:t>
            </a:r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Fair rotation, no curation, no editorial control. </a:t>
            </a:r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Multistreamed to Mixcloud Live </a:t>
            </a:r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 listeners can find you from outside the platform. Opt-out toggle in your settings if you prefer.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466344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Source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651760" y="466344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Currently-live channels only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14400" y="504748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Curation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651760" y="504748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None — algorithmic fair rotation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14400" y="543153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Multistream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651760" y="543153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Mixcloud Live (legally clean)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14400" y="581558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Opt-out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651760" y="581558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toggle, takes effect immediately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263640" y="1783080"/>
            <a:ext cx="5257800" cy="457200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63640" y="1783080"/>
            <a:ext cx="5257800" cy="73152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965960"/>
            <a:ext cx="502920" cy="5029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178040" y="194767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calendars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7178040" y="23774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B45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you’re playing, when, for whom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537960" y="2880360"/>
            <a:ext cx="4709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Venues can register on  Tahti and publish calendars of broadcasts at their location. </a:t>
            </a:r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future gigs at a venue appear on the venue’s page; their iCalendar feed shows up in your fans’ calendar apps. </a:t>
            </a:r>
            <a:pPr indent="0" marL="0">
              <a:buNone/>
            </a:pPr>
            <a:r>
              <a:rPr lang="en-US" sz="1200" b="1" dirty="0">
                <a:solidFill>
                  <a:srgbClr val="FFB45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a booking marketplace </a:t>
            </a:r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venues find artists, artists find venues, we just publish the schedule.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537960" y="466344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URL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8275320" y="466344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tahti.fi/v/&lt;venue-slug&gt;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6537960" y="504748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Calendar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8275320" y="504748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iCalendar feed + JSON API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6537960" y="543153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Booking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8275320" y="543153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 — we don’t mediate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6537960" y="581558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8275320" y="581558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Manual, ~3 business days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paid tier. Free users get a complete product — not a frustrating trial.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40280" y="1783080"/>
            <a:ext cx="3657600" cy="475488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40280" y="1783080"/>
            <a:ext cx="3657600" cy="73152"/>
          </a:xfrm>
          <a:prstGeom prst="rect">
            <a:avLst/>
          </a:prstGeom>
          <a:solidFill>
            <a:srgbClr val="8B92C0"/>
          </a:solidFill>
          <a:ln w="12700">
            <a:solidFill>
              <a:srgbClr val="8B92C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20116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54680" y="19842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8B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514600" y="26517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251460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Start here. No upgrade pressure.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514600" y="3977640"/>
            <a:ext cx="32004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channel + profile + releases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MP3 192 kbps audio quality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hour of live broadcasting per week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chat with announcements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Downloads enabled (free + paid)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Fan-subscriptions enabled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Smart links, embed widget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Soft 500 MB storage — not enforced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1691640"/>
            <a:ext cx="3657600" cy="4937760"/>
          </a:xfrm>
          <a:prstGeom prst="rect">
            <a:avLst/>
          </a:prstGeom>
          <a:solidFill>
            <a:srgbClr val="1B2151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1691640"/>
            <a:ext cx="36576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458200" y="1828800"/>
            <a:ext cx="1234440" cy="365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58200" y="18288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92024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18928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TAHTI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446520" y="25603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€40</a:t>
            </a:r>
            <a:endParaRPr lang="en-US" sz="5000" dirty="0"/>
          </a:p>
        </p:txBody>
      </p:sp>
      <p:sp>
        <p:nvSpPr>
          <p:cNvPr id="18" name="Text 14"/>
          <p:cNvSpPr/>
          <p:nvPr/>
        </p:nvSpPr>
        <p:spPr>
          <a:xfrm>
            <a:off x="6446520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/year — lossless, unlimited live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446520" y="3886200"/>
            <a:ext cx="32004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Everything in Free, plus: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Lossless FLAC streaming for all listeners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FLAC downloads available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Unlimited live broadcasting time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Unlimited multistream destinations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Mixcloud auto-upload + DSP distribution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Newsletter, social auto-post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 domain, API access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Member of the association — eligible for grants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40080" y="6675120"/>
            <a:ext cx="10881360" cy="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means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can’t turn it against you.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line of code is published under AGPL-3.0. If the org is ever sold, captured, or fails, the code is still yours. Anyone can fork  Tahti and run their own instance — we encourage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5349240" cy="14173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3246120"/>
            <a:ext cx="73152" cy="1417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4747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341071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links to source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00200" y="388620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code running the platform is always one click away. AGPL section 13 requires it. We honor it.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3246120"/>
            <a:ext cx="5349240" cy="14173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72200" y="3246120"/>
            <a:ext cx="73152" cy="1417320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347472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341071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if we fail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132320" y="388620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If Tahti ry ever shuts down, the community can take over the code and the data. No platform graveyards.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4800600"/>
            <a:ext cx="5349240" cy="14173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4800600"/>
            <a:ext cx="73152" cy="1417320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02920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96519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welcome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600200" y="544068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Send a pull request. We review. No contributor license agreement — your contributions stay AGPL.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172200" y="4800600"/>
            <a:ext cx="5349240" cy="141732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172200" y="4800600"/>
            <a:ext cx="73152" cy="141732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502920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0" y="496519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Anti-extraction by design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132320" y="544068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AGPL is copyleft. Anyone running modified  Tahti code as a network service must publish their changes. No silent extraction.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 founding artist.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build the broadcasting tool you actually want.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349240" cy="17373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286000"/>
            <a:ext cx="73152" cy="17373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4231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828800" y="24505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the private beta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We’re inviting 30–50 working artists from EU electronic scenes for the first round. You get a free channel for 12 months and direct input on what we ship.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2286000"/>
            <a:ext cx="5349240" cy="17373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2286000"/>
            <a:ext cx="73152" cy="1737360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4231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3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60920" y="24505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the word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301752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If you know other artists who deserve a better deal than what Spotify and SoundCloud offer, send them this deck. We’d rather grow by word of mouth than by ads.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5349240" cy="17373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4160520"/>
            <a:ext cx="73152" cy="1737360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297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828800" y="43251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to the code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89204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repo is open. The bylaws are open. If you’re technical, propose a PR. If you’re a lawyer or organizer, review the bylaws. If you’re an artist, tell us what we’re missing.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160520"/>
            <a:ext cx="5349240" cy="1737360"/>
          </a:xfrm>
          <a:prstGeom prst="rect">
            <a:avLst/>
          </a:prstGeom>
          <a:solidFill>
            <a:srgbClr val="1B2151"/>
          </a:solidFill>
          <a:ln w="12700">
            <a:solidFill>
              <a:srgbClr val="2B327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4160520"/>
            <a:ext cx="73152" cy="173736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297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360920" y="43251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AGM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489204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2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the first AGM onward, every paying member has a voice. Pricing, grant formula, board composition — all up for discussion. Show up. Vote. Shape it.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600" kern="0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TAHTI  ry  ·  HELSINKI  ·  AGPL-3.0  ·  hello@tahti.fi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Tahti — your radio station</dc:title>
  <dc:subject>PptxGenJS Presentation</dc:subject>
  <dc:creator>Tahti ry</dc:creator>
  <cp:lastModifiedBy>Tahti ry</cp:lastModifiedBy>
  <cp:revision>1</cp:revision>
  <dcterms:created xsi:type="dcterms:W3CDTF">2026-05-17T17:39:10Z</dcterms:created>
  <dcterms:modified xsi:type="dcterms:W3CDTF">2026-05-17T17:39:10Z</dcterms:modified>
</cp:coreProperties>
</file>